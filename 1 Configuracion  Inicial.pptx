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73B"/>
    <a:srgbClr val="C51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D595D-6ADA-47EC-8AFF-E42DEE086B53}" type="datetimeFigureOut">
              <a:rPr lang="es-MX" smtClean="0"/>
              <a:t>25/09/2017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BB111-9DC4-4281-85E0-A3EAC63B8C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786046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6A91E-C94D-49A9-9B2B-E0C2416869C8}" type="datetimeFigureOut">
              <a:rPr lang="es-MX" smtClean="0"/>
              <a:t>25/09/2017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57BBA-5D9E-49F1-9D08-ED51D95EEB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55469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181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E36A-411C-47D8-ACCE-3C164CD9D6AA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424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0AD3-9CA8-416C-A5B1-ED9046883CFE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156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6DF2-A570-4A38-BB2D-BC3C65B33F9B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628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5884-5635-4B1E-A887-34B4E794DA22}" type="datetime1">
              <a:rPr lang="es-MX" smtClean="0"/>
              <a:t>25/09/2017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650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F442-030F-459C-9563-0116AD35CEFF}" type="datetime1">
              <a:rPr lang="es-MX" smtClean="0"/>
              <a:t>25/09/2017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17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11F3-FCC4-4DE7-B673-A5E2117FFF23}" type="datetime1">
              <a:rPr lang="es-MX" smtClean="0"/>
              <a:t>25/09/2017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446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DF76-F74B-498A-8DC5-EE25277D9DA4}" type="datetime1">
              <a:rPr lang="es-MX" smtClean="0"/>
              <a:t>25/09/2017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714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60DA-2C31-4493-A7ED-6E75817DA356}" type="datetime1">
              <a:rPr lang="es-MX" smtClean="0"/>
              <a:t>25/09/2017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275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57F4F-5B61-4FA5-A365-99ABB13024F5}" type="datetime1">
              <a:rPr lang="es-MX" smtClean="0"/>
              <a:t>25/09/2017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32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864D-821F-42FA-835B-45DC17C68805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261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9A792-0025-4CF2-8934-47BE6364F86A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79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31552-5C4C-415B-872B-81200BCFD054}" type="datetime1">
              <a:rPr lang="es-MX" smtClean="0"/>
              <a:t>25/09/2017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46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7FA9133-ACFE-4DD5-9EEB-90E0F3C4BA5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13" y="1265168"/>
            <a:ext cx="1436458" cy="1656000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724413" y="2921168"/>
            <a:ext cx="7598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sz="6000" b="1" dirty="0" smtClean="0">
                <a:latin typeface="Roboto" panose="02000000000000000000" pitchFamily="2" charset="0"/>
                <a:ea typeface="Roboto" panose="02000000000000000000" pitchFamily="2" charset="0"/>
              </a:rPr>
              <a:t> Pi</a:t>
            </a:r>
            <a:endParaRPr lang="es-MX" sz="6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24413" y="3786505"/>
            <a:ext cx="11265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Configuración Inicial</a:t>
            </a:r>
            <a:endParaRPr lang="es-MX" sz="44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4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Sistemas Operativos.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, es el sistema operativo Oficial de  la fundación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Pi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Ubuntu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Mate, sistema operativo basado en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Ubuntu.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Snappy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Ubuntu Core, es una versión minimalista de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Ubuntu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Windows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10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IoT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Core, es una versión de Windows 10 que está optimizada para dispositivos más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pequeños.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OSMC(Open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Source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Media Center) es un reproductor multimedia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gratuito.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LibreElec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, es una distribución de Linux construida para ejecutar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Kodi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Risc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OS,  es un sistema operativo de computadora diseñado en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Cambridge.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3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Preparación de la Micro SD.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Micro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SD de 8 GB en Formato FAT 32, 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Si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nuestra memoria es superior a 32 GB (64 GB, 128 GB), estas por default vienen en un formato conocido como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exFAT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, en esta caso es necesario formatearla en FAT 32 para lo cual es necesario el uso de programas adicionales como lo pueden ser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SDFormatter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o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GUI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fat32format.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1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Preparación de la Micro SD.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GUI fat32format.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pic>
        <p:nvPicPr>
          <p:cNvPr id="8" name="Imagen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2206575"/>
            <a:ext cx="3022090" cy="355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1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Preparación de la Micro SD.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SD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Formatter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pic>
        <p:nvPicPr>
          <p:cNvPr id="9" name="Imagen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15" y="2288745"/>
            <a:ext cx="4302980" cy="2879840"/>
          </a:xfrm>
          <a:prstGeom prst="rect">
            <a:avLst/>
          </a:prstGeom>
        </p:spPr>
      </p:pic>
      <p:pic>
        <p:nvPicPr>
          <p:cNvPr id="13" name="Imagen 1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046" y="2288745"/>
            <a:ext cx="4446967" cy="291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Instalación del sistema Operativo.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Para la instalación del sistema operativo procedemos a descargar NOOBS desde la página oficial de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Una vez que hemos descargado el archivo  de instalación de NOOBS realizamos los pasos siguientes: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Descomprimir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el archivo que se descargó.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Ingresar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a la carpeta que se generó después de descomprimir el archivo.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Seleccionar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y Copiar todo el Contenido de la carpeta a la raíz de la Micro SD, (Ojo, el contenido de la carpeta, no la carpeta misma).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Ahora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ya tenemos todo listo para la instalación, nuestra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deberá contar con lo siguiente: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Micros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SD con NOOBS.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Teclado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y Mouse USB.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Monitor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HDMI.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Adaptador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de Corriente de 5V a 2.5A Micro USB.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6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Instalación del sistema Operativo.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7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NOOBS 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pic>
        <p:nvPicPr>
          <p:cNvPr id="8" name="Imagen 7" descr="NOOBS OS selectio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600" y="1784637"/>
            <a:ext cx="5612130" cy="4208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962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Actualizar </a:t>
            </a:r>
            <a:r>
              <a:rPr lang="es-MX" sz="3200" dirty="0" err="1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Raspbian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8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El primer paso es actualizar el software de nuestra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aspberry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Pi de la siguiente manera: 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205420" y="2483574"/>
            <a:ext cx="1178116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sudo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apt-get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update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  <a:p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:~ $ sudo </a:t>
            </a:r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apt-get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dist-upgrade</a:t>
            </a:r>
            <a:endParaRPr lang="es-MX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  <a:p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:~ $ sudo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rpi-update</a:t>
            </a:r>
            <a:endParaRPr lang="es-MX" dirty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20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Configuración Local y de 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Idioma.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9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05420" y="1975331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sudo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raspi-config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09070" y="2472744"/>
            <a:ext cx="1178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Opción “4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localisation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Options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Opción “I1 Changue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Locale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Marcar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la opción “es_MX.UTF-8 UTF-8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Aceptar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63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Configuración Zona horaria.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10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05420" y="1975331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sudo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raspi-config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09070" y="2472744"/>
            <a:ext cx="11781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Opción “4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localisation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Options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Opción “I2 Changue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Timezone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Seleccionamos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“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merica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Seleccionamos “Ciudad de México”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Aceptar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11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Cambio de Contraseña de Usuario.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05420" y="1975331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sudo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raspi-config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09070" y="2472744"/>
            <a:ext cx="1178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Opción “1 Changue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User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Password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Ingresar la nueva contraseña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Confirmar la nueva contraseña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Aceptar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96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Cambio de </a:t>
            </a:r>
            <a:r>
              <a:rPr lang="es-MX" sz="3200" dirty="0" err="1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Hostname</a:t>
            </a:r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05420" y="1975331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sudo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raspi-config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09070" y="2472744"/>
            <a:ext cx="11781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Opción “2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Hostname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Ingresar nuevo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hostname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Aceptar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72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Configuración del </a:t>
            </a:r>
            <a:r>
              <a:rPr lang="es-MX" sz="3200" dirty="0" err="1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Wifi</a:t>
            </a:r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7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Habilitar SSH (</a:t>
            </a:r>
            <a:r>
              <a:rPr lang="es-MX" sz="3200" dirty="0" err="1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SecureSHell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).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05420" y="1975331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sudo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raspi-config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09070" y="2472744"/>
            <a:ext cx="1178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Opción “5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Interfacing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Options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Opcion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“P2 SSH”.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“Deseamos Habilitar SSH?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Aceptar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2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Configuración Inicial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Habilitar 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VNC.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45" y="6233400"/>
            <a:ext cx="3175200" cy="5292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05420" y="1975331"/>
            <a:ext cx="117811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err="1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pi@raspberrypi</a:t>
            </a:r>
            <a:r>
              <a:rPr lang="es-MX" dirty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:~ $ </a:t>
            </a:r>
            <a:r>
              <a:rPr lang="es-MX" dirty="0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sudo </a:t>
            </a:r>
            <a:r>
              <a:rPr lang="es-MX" dirty="0" err="1" smtClean="0">
                <a:latin typeface="Courier New" panose="02070309020205020404" pitchFamily="49" charset="0"/>
                <a:ea typeface="Android Insomnia" pitchFamily="2" charset="-128"/>
                <a:cs typeface="Courier New" panose="02070309020205020404" pitchFamily="49" charset="0"/>
              </a:rPr>
              <a:t>raspi-config</a:t>
            </a:r>
            <a:endParaRPr lang="es-MX" dirty="0" smtClean="0">
              <a:latin typeface="Courier New" panose="02070309020205020404" pitchFamily="49" charset="0"/>
              <a:ea typeface="Android Insomnia" pitchFamily="2" charset="-128"/>
              <a:cs typeface="Courier New" panose="02070309020205020404" pitchFamily="49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09070" y="2472744"/>
            <a:ext cx="1178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Opción “5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Interfacing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Options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Opcion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“P3 VNC”.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“Deseamos Habilitar VNC?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Aceptar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95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565</Words>
  <Application>Microsoft Office PowerPoint</Application>
  <PresentationFormat>Panorámica</PresentationFormat>
  <Paragraphs>104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Android Insomnia</vt:lpstr>
      <vt:lpstr>Arial</vt:lpstr>
      <vt:lpstr>Calibri</vt:lpstr>
      <vt:lpstr>Calibri Light</vt:lpstr>
      <vt:lpstr>Courier New</vt:lpstr>
      <vt:lpstr>Roboto</vt:lpstr>
      <vt:lpstr>Roboto Slab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Eder Carmona Armijo</dc:creator>
  <cp:lastModifiedBy>Eder Carmona Armijo</cp:lastModifiedBy>
  <cp:revision>102</cp:revision>
  <dcterms:created xsi:type="dcterms:W3CDTF">2017-09-11T16:28:37Z</dcterms:created>
  <dcterms:modified xsi:type="dcterms:W3CDTF">2017-09-25T19:18:10Z</dcterms:modified>
</cp:coreProperties>
</file>