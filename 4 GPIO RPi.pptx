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373B"/>
    <a:srgbClr val="C51A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576" y="7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D595D-6ADA-47EC-8AFF-E42DEE086B53}" type="datetimeFigureOut">
              <a:rPr lang="es-MX" smtClean="0"/>
              <a:t>27/09/2017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BB111-9DC4-4281-85E0-A3EAC63B8C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7860464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96A91E-C94D-49A9-9B2B-E0C2416869C8}" type="datetimeFigureOut">
              <a:rPr lang="es-MX" smtClean="0"/>
              <a:t>27/09/2017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57BBA-5D9E-49F1-9D08-ED51D95EEB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554694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1819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7560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7690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2758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460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8076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7372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0655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84887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18691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45455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78825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5742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92231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21038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36226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23725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1467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E36A-411C-47D8-ACCE-3C164CD9D6AA}" type="datetime1">
              <a:rPr lang="es-MX" smtClean="0"/>
              <a:t>27/09/2017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4242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20AD3-9CA8-416C-A5B1-ED9046883CFE}" type="datetime1">
              <a:rPr lang="es-MX" smtClean="0"/>
              <a:t>27/09/2017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1561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6DF2-A570-4A38-BB2D-BC3C65B33F9B}" type="datetime1">
              <a:rPr lang="es-MX" smtClean="0"/>
              <a:t>27/09/2017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628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55884-5635-4B1E-A887-34B4E794DA22}" type="datetime1">
              <a:rPr lang="es-MX" smtClean="0"/>
              <a:t>27/09/2017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6504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F442-030F-459C-9563-0116AD35CEFF}" type="datetime1">
              <a:rPr lang="es-MX" smtClean="0"/>
              <a:t>27/09/2017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0175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11F3-FCC4-4DE7-B673-A5E2117FFF23}" type="datetime1">
              <a:rPr lang="es-MX" smtClean="0"/>
              <a:t>27/09/2017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4467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DF76-F74B-498A-8DC5-EE25277D9DA4}" type="datetime1">
              <a:rPr lang="es-MX" smtClean="0"/>
              <a:t>27/09/2017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7143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60DA-2C31-4493-A7ED-6E75817DA356}" type="datetime1">
              <a:rPr lang="es-MX" smtClean="0"/>
              <a:t>27/09/2017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2754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57F4F-5B61-4FA5-A365-99ABB13024F5}" type="datetime1">
              <a:rPr lang="es-MX" smtClean="0"/>
              <a:t>27/09/2017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5328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F864D-821F-42FA-835B-45DC17C68805}" type="datetime1">
              <a:rPr lang="es-MX" smtClean="0"/>
              <a:t>27/09/2017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62613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9A792-0025-4CF2-8934-47BE6364F86A}" type="datetime1">
              <a:rPr lang="es-MX" smtClean="0"/>
              <a:t>27/09/2017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795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31552-5C4C-415B-872B-81200BCFD054}" type="datetime1">
              <a:rPr lang="es-MX" smtClean="0"/>
              <a:t>27/09/2017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436AF-5312-4EEF-92FF-CDEF81EDE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466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A7FA9133-ACFE-4DD5-9EEB-90E0F3C4BA5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13" y="1265168"/>
            <a:ext cx="1436458" cy="1656000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724413" y="2921168"/>
            <a:ext cx="75985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b="1" dirty="0" err="1" smtClean="0">
                <a:latin typeface="Roboto" panose="02000000000000000000" pitchFamily="2" charset="0"/>
                <a:ea typeface="Roboto" panose="02000000000000000000" pitchFamily="2" charset="0"/>
              </a:rPr>
              <a:t>Raspberry</a:t>
            </a:r>
            <a:r>
              <a:rPr lang="es-MX" sz="6000" b="1" dirty="0" smtClean="0">
                <a:latin typeface="Roboto" panose="02000000000000000000" pitchFamily="2" charset="0"/>
                <a:ea typeface="Roboto" panose="02000000000000000000" pitchFamily="2" charset="0"/>
              </a:rPr>
              <a:t> Pi</a:t>
            </a:r>
            <a:endParaRPr lang="es-MX" sz="60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724413" y="3786505"/>
            <a:ext cx="112658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Puerto GPIO</a:t>
            </a:r>
            <a:endParaRPr lang="es-MX" sz="44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4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Puerto GPIO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Introducción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2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73465" y="1738648"/>
            <a:ext cx="117811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Antes de comenzar a trabajar con el puerto GPIO, es importante tener presente las siguientes recomendaciones para no causar algún daño a la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Raspberry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Pi.</a:t>
            </a:r>
          </a:p>
          <a:p>
            <a:pPr algn="just"/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La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Raspberry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Pi  funciona a 3.3V y no tolera mucho los errores.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Basta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con que conectes 5V tranquilamente aun pin de tu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Rasberry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PI para que se dañe.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La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Raspberry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Pi  no cuenta con algún puerto o convertidor Analógico/Digital, ni a la inversa. </a:t>
            </a:r>
          </a:p>
          <a:p>
            <a:pPr algn="just"/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911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Puerto GPIO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Librerías y/o Paquetes Necesarios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8D35414-4F73-4E89-BC96-E839B067458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3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Para hacer uso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del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puerto GPIO desde Python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es necesario hacer uso del paquete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Rpi.GPIO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lo instalamos con al siguientes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instrucción.</a:t>
            </a:r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sudo </a:t>
            </a:r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apt-get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install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python-rpi.gpio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s-MX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python3-rpi.gpio</a:t>
            </a: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882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Puerto GPIO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E</a:t>
            </a:r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jemplos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8D35414-4F73-4E89-BC96-E839B067458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4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Para verificar si podemos hacer uso de la librería RPi.GPIO lo haremos a través del siguiente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ejemplo.</a:t>
            </a:r>
          </a:p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try:</a:t>
            </a:r>
          </a:p>
          <a:p>
            <a:pPr algn="just"/>
            <a:r>
              <a:rPr lang="es-MX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import 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RPi.GPIO as GPIO</a:t>
            </a:r>
          </a:p>
          <a:p>
            <a:pPr algn="just"/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except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RuntimeError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:</a:t>
            </a:r>
          </a:p>
          <a:p>
            <a:pPr algn="just"/>
            <a:r>
              <a:rPr lang="es-MX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dirty="0" err="1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print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(“Error al importar RPi.GPIO! talvez necesite permisos de </a:t>
            </a:r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superuuario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“)</a:t>
            </a:r>
          </a:p>
          <a:p>
            <a:pPr algn="just"/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else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:</a:t>
            </a:r>
          </a:p>
          <a:p>
            <a:pPr algn="just"/>
            <a:r>
              <a:rPr lang="es-MX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dirty="0" err="1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print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(“Se puede hacer uso de RPi.GPIO”)</a:t>
            </a:r>
          </a:p>
        </p:txBody>
      </p:sp>
    </p:spTree>
    <p:extLst>
      <p:ext uri="{BB962C8B-B14F-4D97-AF65-F5344CB8AC3E}">
        <p14:creationId xmlns:p14="http://schemas.microsoft.com/office/powerpoint/2010/main" val="4161806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Puerto GPIO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Modo de Trabajo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8D35414-4F73-4E89-BC96-E839B067458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5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Para determinar el modo en que se trabajar con los pines desde Python es con la siguiente instrucción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GPIO.setmode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(GPIO.BOARD)</a:t>
            </a:r>
          </a:p>
          <a:p>
            <a:pPr algn="just"/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# O</a:t>
            </a:r>
          </a:p>
          <a:p>
            <a:pPr algn="just"/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GPIO.setmode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(GPIO.BCM</a:t>
            </a:r>
            <a:r>
              <a:rPr lang="es-MX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)</a:t>
            </a:r>
          </a:p>
          <a:p>
            <a:pPr algn="just"/>
            <a:endParaRPr lang="es-MX" dirty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Para saber en qué modalidad se está trabajando es con la siguiente función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.</a:t>
            </a:r>
          </a:p>
          <a:p>
            <a:pPr algn="just"/>
            <a:endParaRPr lang="es-MX" dirty="0">
              <a:latin typeface="Roboto" panose="02000000000000000000" pitchFamily="2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modo = </a:t>
            </a:r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GPIO.getmode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()</a:t>
            </a: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652787"/>
              </p:ext>
            </p:extLst>
          </p:nvPr>
        </p:nvGraphicFramePr>
        <p:xfrm>
          <a:off x="3305988" y="4518282"/>
          <a:ext cx="5605780" cy="11092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19225"/>
                <a:gridCol w="4186555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Valor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Descripción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 err="1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None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Desconocido o no configurado (</a:t>
                      </a:r>
                      <a:r>
                        <a:rPr lang="es-MX" sz="1800" b="0" dirty="0" err="1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None</a:t>
                      </a: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</a:t>
                      </a:r>
                      <a:endParaRPr lang="es-MX" sz="1800" b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GPIO.BOARD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</a:t>
                      </a:r>
                      <a:endParaRPr lang="es-MX" sz="1800" b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GPIO.BCM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897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Puerto GPIO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Ejemplo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8D35414-4F73-4E89-BC96-E839B067458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6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Ahora mostraremos un ejemplo del uso de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GPIO.getmode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().</a:t>
            </a:r>
          </a:p>
          <a:p>
            <a:pPr algn="just"/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import 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RPi.GPIO as GPIO</a:t>
            </a:r>
          </a:p>
          <a:p>
            <a:pPr algn="just"/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modo = </a:t>
            </a:r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GPIO.getmode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()</a:t>
            </a:r>
          </a:p>
          <a:p>
            <a:pPr algn="just"/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print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("El modo actual es: ",modo)</a:t>
            </a:r>
          </a:p>
          <a:p>
            <a:pPr algn="just"/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GPIO.setmode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(GPIO.BCM)</a:t>
            </a:r>
          </a:p>
          <a:p>
            <a:pPr algn="just"/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modo = </a:t>
            </a:r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GPIO.getmode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()</a:t>
            </a:r>
          </a:p>
          <a:p>
            <a:pPr algn="just"/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print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("El modo cambio a: ",modo</a:t>
            </a:r>
            <a:r>
              <a:rPr lang="es-MX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04228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Puerto GPIO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Funciones de los Pines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8D35414-4F73-4E89-BC96-E839B067458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7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Para saber cómo se encuentra configurado un pin en específico ocupamos la siguiente instrucción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algn="just"/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func =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GPIO.gpio_function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(pin</a:t>
            </a:r>
            <a:r>
              <a:rPr lang="es-MX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s-MX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346908"/>
              </p:ext>
            </p:extLst>
          </p:nvPr>
        </p:nvGraphicFramePr>
        <p:xfrm>
          <a:off x="1674254" y="3283742"/>
          <a:ext cx="8822029" cy="2218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33489"/>
                <a:gridCol w="658854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Valor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Descripción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-1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Desconocido o no configurado (GPIO.UNKNOWN)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Salida (GPIO.OUT)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Entrada(GPIO.IN)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Para comunicaciones Seriales UART (GPIO.SERIAL)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41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Comunicaciones SPI(GPIO.SPI)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42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Comunicaciones I2C (GPIO.I2C)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43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Funciones (GPIO.HARD_PWM)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322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Puerto GPIO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Funciones de los Pines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8D35414-4F73-4E89-BC96-E839B067458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8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Para saber cómo se encuentra configurado un pin en específico ocupamos la siguiente instrucción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algn="just"/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func =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GPIO.gpio_function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(pin</a:t>
            </a:r>
            <a:r>
              <a:rPr lang="es-MX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s-MX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/>
        </p:nvGraphicFramePr>
        <p:xfrm>
          <a:off x="1674254" y="3283742"/>
          <a:ext cx="8822029" cy="23479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33489"/>
                <a:gridCol w="658854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Valor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Descripción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-1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Desconocido o no configurado (GPIO.UNKNOWN)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Salida (GPIO.OUT)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Entrada(GPIO.IN)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Para comunicaciones Seriales UART (GPIO.SERIAL)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41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Comunicaciones SPI(GPIO.SPI)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42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Comunicaciones I2C (GPIO.I2C)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43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Funciones (GPIO.HARD_PWM)</a:t>
                      </a:r>
                      <a:endParaRPr lang="es-MX" sz="18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191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Puerto GPIO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Ejemplo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8D35414-4F73-4E89-BC96-E839B067458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9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El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siguiente código nos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muestra el valor que identifica la función con el que este configurado cada pin..</a:t>
            </a:r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import RPi.GPIO as GPIO</a:t>
            </a:r>
          </a:p>
          <a:p>
            <a:pPr algn="just"/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GPIO.setmode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(GPIO.BCM)</a:t>
            </a:r>
          </a:p>
          <a:p>
            <a:pPr algn="just"/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GPIO.setup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(17, GPIO.IN)</a:t>
            </a:r>
          </a:p>
          <a:p>
            <a:pPr algn="just"/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GPIO.setup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(27,GPIO.OUT)</a:t>
            </a:r>
          </a:p>
          <a:p>
            <a:pPr algn="just"/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func=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GPIO.gpio_function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(25)</a:t>
            </a:r>
          </a:p>
          <a:p>
            <a:pPr algn="just"/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("El puerto 17 funciona como: ",func)</a:t>
            </a:r>
          </a:p>
          <a:p>
            <a:pPr algn="just"/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func=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GPIO.gpio_function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(17)</a:t>
            </a:r>
          </a:p>
          <a:p>
            <a:pPr algn="just"/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("El puerto 17 funciona como: ",func)</a:t>
            </a:r>
          </a:p>
          <a:p>
            <a:pPr algn="just"/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func=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GPIO.gpio_function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(27)</a:t>
            </a:r>
          </a:p>
          <a:p>
            <a:pPr algn="just"/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("El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puierto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27 funciona como: ",func)</a:t>
            </a:r>
            <a:endParaRPr lang="es-MX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503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Puerto GPIO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Salidas Digitales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8D35414-4F73-4E89-BC96-E839B067458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10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Para describir el uso de las salidas digitales de nuestra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Raspberry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Pi  , lo haremos con un ejemplo, este ejemplo sencillo lo único que hará es encender un led por 3 segundos y al término de este tiempo apagarlo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algn="just"/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importRPi.GPIO as GPIO </a:t>
            </a:r>
            <a:r>
              <a:rPr lang="es-MX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#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Importamos la Librería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RPi,GPIO</a:t>
            </a:r>
            <a:endParaRPr lang="es-MX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import time             #Importamos la Librería time</a:t>
            </a:r>
          </a:p>
          <a:p>
            <a:pPr algn="just"/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GPIO.setwarnings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(False) #Evitamos que nos Mande Advertencias</a:t>
            </a:r>
          </a:p>
          <a:p>
            <a:pPr algn="just"/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GPIO.setmode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(GPIO.BCM)  #Definimos el modo de Trabajo BCM</a:t>
            </a:r>
          </a:p>
          <a:p>
            <a:pPr algn="just"/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GPIO.setup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(17,GPIO.OUT) #Definimos el PIN 17 como salida</a:t>
            </a:r>
          </a:p>
          <a:p>
            <a:pPr algn="just"/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GPIO.output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(17,True)    #Encendemos el Led</a:t>
            </a:r>
          </a:p>
          <a:p>
            <a:pPr algn="just"/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time.sleep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(3)           #Hacemos una pausa de 3 segundos</a:t>
            </a:r>
          </a:p>
          <a:p>
            <a:pPr algn="just"/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GPIO.output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(17,False)   #Apagamos el Led</a:t>
            </a:r>
          </a:p>
          <a:p>
            <a:pPr algn="just"/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GPIO.cleanup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()          #Liberamos los recursos </a:t>
            </a:r>
          </a:p>
        </p:txBody>
      </p:sp>
    </p:spTree>
    <p:extLst>
      <p:ext uri="{BB962C8B-B14F-4D97-AF65-F5344CB8AC3E}">
        <p14:creationId xmlns:p14="http://schemas.microsoft.com/office/powerpoint/2010/main" val="3291629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Puerto GPIO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Salidas Digitales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8D35414-4F73-4E89-BC96-E839B067458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11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A continuación realizaremos un ejemplo un poco más elaborado, haremos un programa para hacer parpadear el diodo Led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algn="just"/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importRPi.GPIO as GPIO</a:t>
            </a:r>
          </a:p>
          <a:p>
            <a:pPr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import time</a:t>
            </a:r>
          </a:p>
          <a:p>
            <a:pPr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GPIO.setwarnings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(False)</a:t>
            </a:r>
          </a:p>
          <a:p>
            <a:pPr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GPIO.setmode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(GPIO.BCM)</a:t>
            </a:r>
          </a:p>
          <a:p>
            <a:pPr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GPIO.setup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(17,GPIO.OUT)</a:t>
            </a:r>
          </a:p>
          <a:p>
            <a:pPr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try:</a:t>
            </a:r>
          </a:p>
          <a:p>
            <a:pPr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(True):</a:t>
            </a:r>
          </a:p>
          <a:p>
            <a:pPr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GPIO.output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(17,True)</a:t>
            </a:r>
          </a:p>
          <a:p>
            <a:pPr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time.sleep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GPIO.output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(17,False)</a:t>
            </a:r>
          </a:p>
          <a:p>
            <a:pPr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time.sleep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exceptKeyboardInterrupt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("Programa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termido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por el Usuario")</a:t>
            </a:r>
          </a:p>
          <a:p>
            <a:pPr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GPIO.cleanup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20319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Puerto GPIO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Salidas Digitales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8D35414-4F73-4E89-BC96-E839B067458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12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Se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puede trabajar con una serie de  salidas  en conjunto, esto es posible con el uso de listas, a continuación se realizara un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ejemplo.</a:t>
            </a:r>
          </a:p>
          <a:p>
            <a:pPr algn="just"/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import RPi.GPIO as GPIO</a:t>
            </a:r>
          </a:p>
          <a:p>
            <a:pPr algn="just"/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import RPi.GPIO as GPIO</a:t>
            </a:r>
          </a:p>
          <a:p>
            <a:pPr algn="just"/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import time</a:t>
            </a:r>
          </a:p>
          <a:p>
            <a:pPr algn="just"/>
            <a:r>
              <a:rPr lang="es-MX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GPIO.setwarnings</a:t>
            </a:r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(False)</a:t>
            </a:r>
          </a:p>
          <a:p>
            <a:pPr algn="just"/>
            <a:r>
              <a:rPr lang="es-MX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GPIO.setmode</a:t>
            </a:r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(GPIO.BCM)</a:t>
            </a:r>
          </a:p>
          <a:p>
            <a:pPr algn="just"/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lista=[24,16]</a:t>
            </a:r>
          </a:p>
          <a:p>
            <a:pPr algn="just"/>
            <a:r>
              <a:rPr lang="es-MX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GPIO.setup</a:t>
            </a:r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lista,GPIO.OUT</a:t>
            </a:r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just"/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try:</a:t>
            </a:r>
          </a:p>
          <a:p>
            <a:pPr algn="just"/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(True):</a:t>
            </a:r>
          </a:p>
          <a:p>
            <a:pPr algn="just"/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MX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GPIO.output</a:t>
            </a:r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(lista,(True, False)) </a:t>
            </a:r>
          </a:p>
          <a:p>
            <a:pPr algn="just"/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MX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time.sleep</a:t>
            </a:r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(0.5)                  </a:t>
            </a:r>
          </a:p>
          <a:p>
            <a:pPr algn="just"/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MX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GPIO.output</a:t>
            </a:r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(lista,(False, True))</a:t>
            </a:r>
          </a:p>
          <a:p>
            <a:pPr algn="just"/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MX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time.sleep</a:t>
            </a:r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(0.5)</a:t>
            </a:r>
          </a:p>
          <a:p>
            <a:pPr algn="just"/>
            <a:r>
              <a:rPr lang="es-MX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KeyboardInterrupt</a:t>
            </a:r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algn="just"/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("Programa terminado por el usuario")</a:t>
            </a:r>
          </a:p>
          <a:p>
            <a:pPr algn="just"/>
            <a:r>
              <a:rPr lang="es-MX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algn="just"/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GPIO.cleanup</a:t>
            </a:r>
            <a:r>
              <a:rPr lang="es-MX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725031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Puerto GPIO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43165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Entradas Digitales.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8D35414-4F73-4E89-BC96-E839B067458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13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RPi.GPIO tiene la capacidad de configurar resistencias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Pull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up /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Pull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down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desde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software de la siguiente manera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algn="just"/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GPIO.setup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(canal, GPIO.IN, </a:t>
            </a:r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pull_up_down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=GPIO.PUD_UP)</a:t>
            </a:r>
          </a:p>
          <a:p>
            <a:pPr algn="just"/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GPIO.setup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(canal, GPIO.IN, </a:t>
            </a:r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pull_up_down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=GPIO.PUD_DOWN</a:t>
            </a:r>
            <a:r>
              <a:rPr lang="es-MX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)</a:t>
            </a:r>
            <a:endParaRPr lang="es-MX" dirty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87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Puerto GPIO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43165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Entradas Digitales.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8D35414-4F73-4E89-BC96-E839B067458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14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En el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siguiente ejemplo 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estamos indicando que se trabajar con el pin GPIO 7 como entrada y trabajara con una resistencia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Pull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Up.</a:t>
            </a:r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import RPi.GPIO as GPIO</a:t>
            </a:r>
          </a:p>
          <a:p>
            <a:pPr algn="just"/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import time</a:t>
            </a:r>
          </a:p>
          <a:p>
            <a:pPr algn="just"/>
            <a:r>
              <a:rPr lang="es-MX" sz="15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GPIO.setmode</a:t>
            </a:r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(GPIO.BCM)</a:t>
            </a:r>
          </a:p>
          <a:p>
            <a:pPr algn="just"/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GPIO.setup(7, GPIO.IN, </a:t>
            </a:r>
            <a:r>
              <a:rPr lang="es-MX" sz="15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pull_up_down</a:t>
            </a:r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=GPIO.PUD_UP)</a:t>
            </a:r>
          </a:p>
          <a:p>
            <a:pPr algn="just"/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Status = </a:t>
            </a:r>
            <a:r>
              <a:rPr lang="es-MX" sz="15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GPIO.input</a:t>
            </a:r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(7)</a:t>
            </a:r>
          </a:p>
          <a:p>
            <a:pPr algn="just"/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try:</a:t>
            </a:r>
          </a:p>
          <a:p>
            <a:pPr algn="just"/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while</a:t>
            </a:r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True:</a:t>
            </a:r>
          </a:p>
          <a:p>
            <a:pPr algn="just"/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    Status  = </a:t>
            </a:r>
            <a:r>
              <a:rPr lang="es-MX" sz="15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GPIO.input</a:t>
            </a:r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(7)</a:t>
            </a:r>
          </a:p>
          <a:p>
            <a:pPr algn="just"/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    </a:t>
            </a:r>
            <a:r>
              <a:rPr lang="es-MX" sz="15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if</a:t>
            </a:r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Status  == False:</a:t>
            </a:r>
          </a:p>
          <a:p>
            <a:pPr algn="just"/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        </a:t>
            </a:r>
            <a:r>
              <a:rPr lang="es-MX" sz="15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print</a:t>
            </a:r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("</a:t>
            </a:r>
            <a:r>
              <a:rPr lang="es-MX" sz="15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Boton</a:t>
            </a:r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pulsado.")</a:t>
            </a:r>
          </a:p>
          <a:p>
            <a:pPr algn="just"/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        </a:t>
            </a:r>
            <a:r>
              <a:rPr lang="es-MX" sz="15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time.sleep</a:t>
            </a:r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(0.2)</a:t>
            </a:r>
          </a:p>
          <a:p>
            <a:pPr algn="just"/>
            <a:r>
              <a:rPr lang="es-MX" sz="15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except</a:t>
            </a:r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s-MX" sz="15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KeyboardInterrupt</a:t>
            </a:r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:</a:t>
            </a:r>
          </a:p>
          <a:p>
            <a:pPr algn="just"/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print</a:t>
            </a:r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("Programa Terminado por el Usuario")</a:t>
            </a:r>
          </a:p>
          <a:p>
            <a:pPr algn="just"/>
            <a:r>
              <a:rPr lang="es-MX" sz="15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finally</a:t>
            </a:r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:</a:t>
            </a:r>
          </a:p>
          <a:p>
            <a:pPr algn="just"/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GPIO.cleanup</a:t>
            </a:r>
            <a:r>
              <a:rPr lang="es-MX" sz="15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19678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Puerto GPIO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43165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Cambios de estado (Flanco</a:t>
            </a:r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).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8D35414-4F73-4E89-BC96-E839B067458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15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Existen dos maneras para poder detectar estos eventos mientras el programa está ocupado realizando otras tareas.</a:t>
            </a:r>
          </a:p>
          <a:p>
            <a:pPr algn="just"/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La primera forma para realizar esta tarea es mediante el uso de la función 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wait_for_edge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(), esta función interrumpe la ejecución programa hasta que se detecta un cambio de estado o caduca un tiempo de espera dado; </a:t>
            </a:r>
          </a:p>
        </p:txBody>
      </p:sp>
    </p:spTree>
    <p:extLst>
      <p:ext uri="{BB962C8B-B14F-4D97-AF65-F5344CB8AC3E}">
        <p14:creationId xmlns:p14="http://schemas.microsoft.com/office/powerpoint/2010/main" val="258140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Puerto GPIO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43165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Cambios de estado (Flanco</a:t>
            </a:r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).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8D35414-4F73-4E89-BC96-E839B067458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16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import RPi.GPIO as GPIO</a:t>
            </a:r>
          </a:p>
          <a:p>
            <a:pPr algn="just"/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import time</a:t>
            </a:r>
          </a:p>
          <a:p>
            <a:pPr algn="just"/>
            <a:r>
              <a:rPr lang="es-MX" sz="16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GPIO.setmode</a:t>
            </a:r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(GPIO.BCM)</a:t>
            </a:r>
          </a:p>
          <a:p>
            <a:pPr algn="just"/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GPIO.setup(25, GPIO.IN, </a:t>
            </a:r>
            <a:r>
              <a:rPr lang="es-MX" sz="16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pull_up_down</a:t>
            </a:r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=GPIO.PUD_UP)</a:t>
            </a:r>
          </a:p>
          <a:p>
            <a:pPr algn="just"/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GPIO.setup(12, GPIO.IN, </a:t>
            </a:r>
            <a:r>
              <a:rPr lang="es-MX" sz="16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pull_up_down</a:t>
            </a:r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=GPIO.PUD_DOWN)</a:t>
            </a:r>
          </a:p>
          <a:p>
            <a:pPr algn="just"/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try:</a:t>
            </a:r>
          </a:p>
          <a:p>
            <a:pPr algn="just"/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pin1 = </a:t>
            </a:r>
            <a:r>
              <a:rPr lang="es-MX" sz="16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GPIO.wait_for_edge</a:t>
            </a:r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(25, GPIO.FALLING, </a:t>
            </a:r>
            <a:r>
              <a:rPr lang="es-MX" sz="16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timeout</a:t>
            </a:r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=50000)</a:t>
            </a:r>
          </a:p>
          <a:p>
            <a:pPr algn="just"/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6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if</a:t>
            </a:r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pin1 == 25:</a:t>
            </a:r>
          </a:p>
          <a:p>
            <a:pPr algn="just"/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    </a:t>
            </a:r>
            <a:r>
              <a:rPr lang="es-MX" sz="16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print</a:t>
            </a:r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("Se presionó el pin No: ", pin)</a:t>
            </a:r>
          </a:p>
          <a:p>
            <a:pPr algn="just"/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pin2 = </a:t>
            </a:r>
            <a:r>
              <a:rPr lang="es-MX" sz="16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GPIO.wait_for_edge</a:t>
            </a:r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(12,GPIO.RISING, </a:t>
            </a:r>
            <a:r>
              <a:rPr lang="es-MX" sz="16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timeout</a:t>
            </a:r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=50000)</a:t>
            </a:r>
          </a:p>
          <a:p>
            <a:pPr algn="just"/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6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if</a:t>
            </a:r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pin2 == 12:</a:t>
            </a:r>
          </a:p>
          <a:p>
            <a:pPr algn="just"/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    </a:t>
            </a:r>
            <a:r>
              <a:rPr lang="es-MX" sz="16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print</a:t>
            </a:r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("Se presionó el pin No:", pin2)</a:t>
            </a:r>
          </a:p>
          <a:p>
            <a:pPr algn="just"/>
            <a:r>
              <a:rPr lang="es-MX" sz="16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except</a:t>
            </a:r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:</a:t>
            </a:r>
          </a:p>
          <a:p>
            <a:pPr algn="just"/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6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print</a:t>
            </a:r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("</a:t>
            </a:r>
            <a:r>
              <a:rPr lang="es-MX" sz="16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Ocurrio</a:t>
            </a:r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un error")</a:t>
            </a:r>
          </a:p>
          <a:p>
            <a:pPr algn="just"/>
            <a:r>
              <a:rPr lang="es-MX" sz="16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finally</a:t>
            </a:r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:</a:t>
            </a:r>
          </a:p>
          <a:p>
            <a:pPr algn="just"/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6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GPIO.cleanup</a:t>
            </a:r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()</a:t>
            </a:r>
          </a:p>
          <a:p>
            <a:pPr algn="just"/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6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print</a:t>
            </a:r>
            <a:r>
              <a:rPr lang="es-MX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("programa finalizado")</a:t>
            </a:r>
          </a:p>
        </p:txBody>
      </p:sp>
    </p:spTree>
    <p:extLst>
      <p:ext uri="{BB962C8B-B14F-4D97-AF65-F5344CB8AC3E}">
        <p14:creationId xmlns:p14="http://schemas.microsoft.com/office/powerpoint/2010/main" val="4119612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Puerto GPIO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43165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Cambios de estado (Flanco</a:t>
            </a:r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).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8D35414-4F73-4E89-BC96-E839B067458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17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La segunda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forma para realizar esta tarea es mediante el uso de la función </a:t>
            </a:r>
            <a:r>
              <a:rPr lang="es-MX" dirty="0" err="1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add_event_detect</a:t>
            </a:r>
            <a:r>
              <a:rPr lang="es-MX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()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, esta función realiza alguna tarea dada cuando detecta un cambio de  estado.</a:t>
            </a:r>
          </a:p>
          <a:p>
            <a:pPr algn="just"/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import RPi.GPIO as GPIO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import time</a:t>
            </a:r>
          </a:p>
          <a:p>
            <a:pPr algn="just"/>
            <a:endParaRPr lang="es-MX" sz="1100" dirty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GPIO.setmode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(GPIO.BCM)</a:t>
            </a:r>
          </a:p>
          <a:p>
            <a:pPr algn="just"/>
            <a:endParaRPr lang="es-MX" sz="1100" dirty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def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evento_boton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(canal):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print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("Presiono el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boton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: ", canal)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try: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GPIO.setup(25, GPIO.IN,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pull_up_down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=GPIO.PUD_UP)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GPIO.add_event_detect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(25, GPIO.FALLING,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callback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=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evento_boton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)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i=0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while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True: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    i=i + 1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   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print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(i)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   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time.sleep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(1)</a:t>
            </a:r>
          </a:p>
          <a:p>
            <a:pPr algn="just"/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except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KeyboardInterrupt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: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print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("Programa terminado por el usuario")</a:t>
            </a:r>
          </a:p>
          <a:p>
            <a:pPr algn="just"/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finally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: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GPIO.remove_event_detect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(25)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GPIO.cleanup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()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print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("Programa terminado") </a:t>
            </a:r>
          </a:p>
        </p:txBody>
      </p:sp>
    </p:spTree>
    <p:extLst>
      <p:ext uri="{BB962C8B-B14F-4D97-AF65-F5344CB8AC3E}">
        <p14:creationId xmlns:p14="http://schemas.microsoft.com/office/powerpoint/2010/main" val="87688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Puerto GPIO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43165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Cambios de estado (Flanco</a:t>
            </a:r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).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8D35414-4F73-4E89-BC96-E839B067458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18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Esta función también puede recibir un tercer parámetro, que es establecer un tiempo de espera para evitar el rebote evitando que la interrupción se active durante dicho periodo de espera.</a:t>
            </a:r>
          </a:p>
          <a:p>
            <a:pPr algn="just"/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import RPi.GPIO as GPIO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import time</a:t>
            </a:r>
          </a:p>
          <a:p>
            <a:pPr algn="just"/>
            <a:endParaRPr lang="es-MX" sz="1100" dirty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GPIO.setmode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(GPIO.BCM)</a:t>
            </a:r>
          </a:p>
          <a:p>
            <a:pPr algn="just"/>
            <a:endParaRPr lang="es-MX" sz="1100" dirty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def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evento_boton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(canal):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print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("Presiono el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boton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: ", canal)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try: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GPIO.setup(25, GPIO.IN,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pull_up_down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=GPIO.PUD_UP)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GPIO.add_event_detect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(25, GPIO.FALLING,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callback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=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evento_boton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,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bouncetime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=300)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i=0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while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True: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    i=i + 1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   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print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(i)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   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time.sleep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(1)</a:t>
            </a:r>
          </a:p>
          <a:p>
            <a:pPr algn="just"/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except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KeyboardInterrupt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: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print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("Programa terminado por el usuario")</a:t>
            </a:r>
          </a:p>
          <a:p>
            <a:pPr algn="just"/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finally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: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GPIO.remove_event_detect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(25)</a:t>
            </a:r>
          </a:p>
          <a:p>
            <a:pPr algn="just"/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1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GPIO.cleanup</a:t>
            </a:r>
            <a:r>
              <a:rPr lang="es-MX" sz="11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23726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Puerto GPIO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43165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Cambios de estado (Flanco</a:t>
            </a:r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).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8D35414-4F73-4E89-BC96-E839B067458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t>19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import RPi.GPIO as GPIO</a:t>
            </a:r>
          </a:p>
          <a:p>
            <a:pPr algn="just"/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import time</a:t>
            </a:r>
          </a:p>
          <a:p>
            <a:pPr algn="just"/>
            <a:endParaRPr lang="es-MX" sz="1000" dirty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GPIO.setmode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(GPIO.BCM)</a:t>
            </a:r>
          </a:p>
          <a:p>
            <a:pPr algn="just"/>
            <a:endParaRPr lang="es-MX" sz="1000" dirty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def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evento_boton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(canal):</a:t>
            </a:r>
          </a:p>
          <a:p>
            <a:pPr algn="just"/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print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("Presiono el </a:t>
            </a:r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boton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: ", canal)</a:t>
            </a:r>
          </a:p>
          <a:p>
            <a:pPr algn="just"/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def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evento_boton2(</a:t>
            </a:r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canla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):</a:t>
            </a:r>
          </a:p>
          <a:p>
            <a:pPr algn="just"/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print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("Presiono el segundo </a:t>
            </a:r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boton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")</a:t>
            </a:r>
          </a:p>
          <a:p>
            <a:pPr algn="just"/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try:</a:t>
            </a:r>
          </a:p>
          <a:p>
            <a:pPr algn="just"/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GPIO.setup(25, GPIO.IN, </a:t>
            </a:r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pull_up_down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=GPIO.PUD_UP)</a:t>
            </a:r>
          </a:p>
          <a:p>
            <a:pPr algn="just"/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GPIO.setup(12, GPIO.IN, </a:t>
            </a:r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pull_up_down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=GPIO.PUD_DOWN)</a:t>
            </a:r>
          </a:p>
          <a:p>
            <a:pPr algn="just"/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</a:p>
          <a:p>
            <a:pPr algn="just"/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GPIO.add_event_detect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(25, GPIO.FALLING)</a:t>
            </a:r>
          </a:p>
          <a:p>
            <a:pPr algn="just"/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GPIO.add_event_detect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(12, GPIO.RISING)</a:t>
            </a:r>
          </a:p>
          <a:p>
            <a:pPr algn="just"/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GPIO.add_event_callback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(25, </a:t>
            </a:r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evento_boton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)</a:t>
            </a:r>
          </a:p>
          <a:p>
            <a:pPr algn="just"/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GPIO.add_event_callback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(12, evento_boton2)</a:t>
            </a:r>
          </a:p>
          <a:p>
            <a:pPr algn="just"/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i=0</a:t>
            </a:r>
          </a:p>
          <a:p>
            <a:pPr algn="just"/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while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True:</a:t>
            </a:r>
          </a:p>
          <a:p>
            <a:pPr algn="just"/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    i=i + 1</a:t>
            </a:r>
          </a:p>
          <a:p>
            <a:pPr algn="just"/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    </a:t>
            </a:r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print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(i)</a:t>
            </a:r>
          </a:p>
          <a:p>
            <a:pPr algn="just"/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    </a:t>
            </a:r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time.sleep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(1)</a:t>
            </a:r>
          </a:p>
          <a:p>
            <a:pPr algn="just"/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except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KeyboardInterrupt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:</a:t>
            </a:r>
          </a:p>
          <a:p>
            <a:pPr algn="just"/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print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("Programa terminado por el usuario")</a:t>
            </a:r>
          </a:p>
          <a:p>
            <a:pPr algn="just"/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finally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:</a:t>
            </a:r>
          </a:p>
          <a:p>
            <a:pPr algn="just"/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GPIO.remove_event_detect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(25)</a:t>
            </a:r>
          </a:p>
          <a:p>
            <a:pPr algn="just"/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GPIO.remove_event_detect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(12)</a:t>
            </a:r>
          </a:p>
          <a:p>
            <a:pPr algn="just"/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</a:t>
            </a:r>
            <a:r>
              <a:rPr lang="es-MX" sz="1000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GPIO.cleanup</a:t>
            </a:r>
            <a:r>
              <a:rPr lang="es-MX" sz="10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91905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1438</Words>
  <Application>Microsoft Office PowerPoint</Application>
  <PresentationFormat>Panorámica</PresentationFormat>
  <Paragraphs>327</Paragraphs>
  <Slides>19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Courier New</vt:lpstr>
      <vt:lpstr>Roboto</vt:lpstr>
      <vt:lpstr>Roboto Slab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Eder Carmona Armijo</dc:creator>
  <cp:lastModifiedBy>Eder Carmona Armijo</cp:lastModifiedBy>
  <cp:revision>93</cp:revision>
  <dcterms:created xsi:type="dcterms:W3CDTF">2017-09-11T16:28:37Z</dcterms:created>
  <dcterms:modified xsi:type="dcterms:W3CDTF">2017-09-27T18:25:09Z</dcterms:modified>
</cp:coreProperties>
</file>